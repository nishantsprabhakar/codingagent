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  <p:sldId id="269" r:id="rId20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20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tools optimize for the wrong thing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generate code fast, then leave verification to you — every claim of "done" is on trust.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agents send your codebase to someone else's servers to get that speed.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Free/open models are genuinely useful, but inconsistent — nothing catches it when they get it wrong.</a:t>
            </a:r>
            <a:endParaRPr lang="en-US" sz="16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confident wrong answers, not flagged uncertainty.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Wrexlyn: verified local outcomes, not just generated code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local-first coding agent — one Node process on your machine, your files, your choice of model.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V-Cycle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 wraps every action: plan, risk-gate, snapshot, verify, critique, repair.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free models by default — the harness compensates for model quality, not just the model itself.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UI — project open, file tree, live model/provider status.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V-Cycle runtime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Risk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action scored low/med/high before it runs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Snapshot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touched file captured before the change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build/test/lint, never invented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5488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Independent critic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second model call reviews intent, not just success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Bounded repair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up to 3 rounds, with stuck-loop detection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Confidence score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0-100, evidence-based, shown every turn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looks like when something goes wrong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failed, critic independently flagged the real gap, one-click revert.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actions get a harder gate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"always allow" exists for this tier — by design, not a missing feature.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differs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SaaS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code lives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servers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Verifies its own output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mutating turn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critique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choice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providers, bring your own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your preferences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resets every 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Remembers preferences &amp; past mistakes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Subscription/usage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Free-tier eligible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document generation, not write_file in a costume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formatting, images sized from real aspect ratio, genuine auto-updating table of contents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this deck. Section/two-column layouts, no decorative accent-stripe cliché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live recalculating formulas, currency/percent/date number formats, not baked-in numbers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free model providers, verified — not assumed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required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Default, keyless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":free"-tier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credit card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Cerebras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tokens/day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verification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on desktop, terminal, or phone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8979" y="1417320"/>
            <a:ext cx="1426041" cy="3086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6405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session, phone-width viewport — QR code pairing from Settings, no separate app.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browser-only demo is honestly scoped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GitHub Pages build: Google Sign-In, bring-your-own key — no backend, no file/shell tools claimed.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with real work,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impressive in a demo.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repo: a private library of scoring algorithms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NDQI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equity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 — Attractive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Venture 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 — 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equities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 — Attractive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credit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— BB/B High Yield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NREIS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 — Core-plus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 discovery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 — Monitor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macro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 — Expansion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NLNES / 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64.8 — Adequate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remembers what you tell it — and what it got wrong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71800"/>
                <a:gridCol w="2971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state a preference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Applies this turn, forgotten next 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via remember_preference — applies from now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finishes a multi-step 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Re-derives it from scratch next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save_skill / recall_skill bring it back on demand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takes effect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session, if at 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Immediately — mid-session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2026-08-09T16:54:15Z</dcterms:created>
  <dcterms:modified xsi:type="dcterms:W3CDTF">2026-08-09T16:54:15Z</dcterms:modified>
</cp:coreProperties>
</file>