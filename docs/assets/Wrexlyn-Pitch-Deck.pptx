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22"/>
    <p:sldId id="263" r:id="rId9"/>
    <p:sldId id="264" r:id="rId10"/>
    <p:sldId id="270" r:id="rId21"/>
    <p:sldId id="265" r:id="rId11"/>
    <p:sldId id="266" r:id="rId12"/>
    <p:sldId id="267" r:id="rId13"/>
    <p:sldId id="269" r:id="rId20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20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optimize for the wrong thing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generate code fast, then leave verification to you — every claim of "done" is on trust.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send your codebase to someone else's servers to get that speed.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Free/open models are genuinely useful, but inconsistent — nothing catches it when they get it wrong.</a:t>
            </a:r>
            <a:endParaRPr lang="en-US" sz="16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confident wrong answers, not flagged uncertainty.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Wrexlyn: verified local outcomes, not just generated code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coding agent — one Node process on your machine, your files, your choice of model.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V-Cycle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wraps every action: plan, risk-gate, snapshot, verify, critique, repair.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free models by default — the harness compensates for model quality, not just the model itself.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UI — project open, file tree, live model/provider status.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V-Cycle runtime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Risk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action scored low/med/high before it runs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touched file captured before the change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build/test/lint, never invented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Independent critic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second model call reviews intent, not just success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Bounded repair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 rounds, with stuck-loop detection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Confidence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0-100, evidence-based, shown every turn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looks like when something goes wrong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failed, critic independently flagged the real gap, one-click revert.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get a harder gate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"always allow" exists for this tier — by design, not a missing feature.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SaaS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code lives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servers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its own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mutating 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critique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providers, bring your own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your preferences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resets every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Remembers preferences &amp; past mistakes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fix fails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Adjudicated dual diagnosis (NCP)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Subscription/usage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Free-tier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document generation, not write_file in a costume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formatting, images sized from real aspect ratio, genuine auto-updating table of contents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deck. Section/two-column layouts, no decorative accent-stripe cliché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recalculating formulas, currency/percent/date number formats, not baked-in numbers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free model providers, verified — not assumed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Default, keyless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":free"-tier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credit card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Cerebras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tokens/day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verification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on desktop, terminal, or phone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8979" y="1417320"/>
            <a:ext cx="1426041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405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session, phone-width viewport — QR code pairing from Settings, no separate app.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browser-only demo is honestly scoped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GitHub Pages build: Google Sign-In, bring-your-own key — no backend, no file/shell tools claimed.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repo: a private library of scoring algorithms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NDQI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equity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 — 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equities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credit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— BB/B High Yield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NREIS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 — Core-plus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discovery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 — Monitor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macro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 — Expansion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NLNES / 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64.8 — Adequate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remembers what you tell it — and what it got wrong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71800"/>
                <a:gridCol w="2971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state a preference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this turn, forgotten next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via remember_preference — applies from now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finishes a multi-step 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Re-derives it from scratch next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save_skill / recall_skill bring it back on demand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takes effect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session, if at 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Immediately — mid-session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NC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Nishant Convergence Protocol</a:t>
            </a:r>
            <a:endParaRPr lang="en-US" sz="3600" dirty="0"/>
          </a:p>
        </p:txBody>
      </p:sp>
      <p:sp>
        <p:nvSpPr>
          <p:cNvPr id="0" name="Text col"/>
          <p:cNvSpPr/>
          <p:nvPr/>
        </p:nvSpPr>
        <p:spPr>
          <a:xfrm>
            <a:off x="457200" y="1417320"/>
            <a:ext cx="3931920" cy="32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Divergent diagnosis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once a plain repair attempt has failed, two independently-framed root-cause diagnoses run in parallel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Pairwise adjudication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dedicated call judges the two against each other, not in isolation — more reliable than either self-scoring</a:t>
            </a:r>
            <a:endParaRPr lang="en-US" sz="1600" dirty="0"/>
          </a:p>
        </p:txBody>
      </p:sp>
      <p:sp>
        <p:nvSpPr>
          <p:cNvPr id="0" name="Text col"/>
          <p:cNvSpPr/>
          <p:nvPr/>
        </p:nvSpPr>
        <p:spPr>
          <a:xfrm>
            <a:off x="4754880" y="1417320"/>
            <a:ext cx="3931920" cy="32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Lesson-steered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project's learned lessons are ranked by relevance and foregrounded in both diagnoses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Formalized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repair rounds, adjudication margin, and lesson recurrence combine into one reproducible confidence number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closes the reliability gap on checkable tasks — not a raw-capability claim.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2026-08-09T16:54:15Z</dcterms:created>
  <dcterms:modified xsi:type="dcterms:W3CDTF">2026-08-09T16:54:15Z</dcterms:modified>
</cp:coreProperties>
</file>