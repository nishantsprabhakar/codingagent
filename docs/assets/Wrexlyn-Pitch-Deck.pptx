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E0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optimize for the wrong 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generate code fast, then leave verification to you — every claim of "done" is on trust.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agents send your codebase to someone else's servers to get that speed.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Free/open models are genuinely useful, but inconsistent — nothing catches it when they get it wrong.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confident wrong answers, not flagged uncertainty.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Wrexlyn: verified local outcomes, not just generated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coding agent — one Node process on your machine, your files, your choice of model.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V-Cycle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runtime wraps every action: plan, risk-gate, snapshot, verify, critique, repair.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free models by default — the harness compensates for model quality, not just the model itself.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17320"/>
            <a:ext cx="4114800" cy="257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262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 — project open, file tree, live model/provider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V-Cycle runtime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Risk gate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action scored low/med/high before it runs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Snapshot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touched file captured before the change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build/test/lint, never invented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4173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Independent critic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second model call reviews intent, not just success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Bounded repair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up to 3 rounds, with stuck-loop detection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Confidence score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0-100, evidence-based, shown every turn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looks like when something goes wrong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17320"/>
            <a:ext cx="4114800" cy="257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262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failed, critic independently flagged the real gap, one-click revert.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actions get a harder gate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17320"/>
            <a:ext cx="4114800" cy="257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262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"always allow" exists for this tier — by design, not a missing feature.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AI coding assistant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SaaS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Wrexlyn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code lives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servers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its own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mutating 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critique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providers, bring your own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Subscription/usage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eligible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document generation, not write_file in a costume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formatting, images sized from real aspect ratio, genuine auto-updating table of contents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deck. Section/two-column layouts, no decorative accent-stripe cliché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live recalculating formulas, currency/percent/date number formats, not baked-in numbers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free model providers, verified — not assumed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Default, keyless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":free"-tier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credit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Cerebras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tokens/day 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on desktop, terminal, or phone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8979" y="1417320"/>
            <a:ext cx="1426041" cy="3086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session, phone-width viewport — QR code pairing from Settings, no separate app.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browser-only demo is honestly scoped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417320"/>
            <a:ext cx="4114800" cy="2571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262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GitHub Pages build: Google Sign-In, bring-your-own key — no backend, no file/shell tools claimed.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3E0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 with real work,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impressive in a demo.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repo: a private library of scoring algorithms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E0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PDQI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equity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 — Attractive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Venture capital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 —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equities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 — Attractive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credit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— BB/B High Yield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 — Core-plus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discovery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 — 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macro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 — Expansion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PLNES / PCH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 — Adequate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2026-08-09T16:54:15Z</dcterms:created>
  <dcterms:modified xsi:type="dcterms:W3CDTF">2026-08-09T16:54:15Z</dcterms:modified>
</cp:coreProperties>
</file>