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ITC review as the single biggest swing factor for next quarter's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Storage — Q2 Review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YoY growth</a:t>
            </a:r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grid-scale battery deployment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LFP chemistry now the majority of new capacity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falling cell costs and safety margins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installed cost</a:t>
            </a:r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$142/kWh, down from $168/kWh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by Region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(GWh)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Chemistry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of World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 vs. Headwinds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cell costs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adders still in effect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Sodium-ion pilots derisking chemistry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14173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Interconnection queue delays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price sensitivity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review cycle ahead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cost curve continues downward through 2027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sodium-ion enters commercial scale for stationary storage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item</a:t>
            </a:r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ITC adder review outcome in next legislative session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2026-08-10T18:25:45Z</dcterms:created>
  <dcterms:modified xsi:type="dcterms:W3CDTF">2026-08-10T18:25:45Z</dcterms:modified>
</cp:coreProperties>
</file>